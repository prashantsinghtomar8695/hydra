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Hydra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Cross-Device Edge Supercomputer</a:t>
            </a:r>
          </a:p>
          <a:p>
            <a:r>
              <a:t>iPhone 17 Pro + Samsung S25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Hydra transforms a Samsung S25 into a distributed edge compute node for iPhone 17 Pro</a:t>
            </a:r>
          </a:p>
          <a:p>
            <a:pPr lvl="1"/>
            <a:r>
              <a:t>• Real-time RAW image processing and ML inference</a:t>
            </a:r>
          </a:p>
          <a:p>
            <a:pPr lvl="1"/>
            <a:r>
              <a:t>• QUIC-based high-throughput communication (500+ MB/s)</a:t>
            </a:r>
          </a:p>
          <a:p>
            <a:pPr lvl="1"/>
            <a:r>
              <a:t>• Persistent job recovery and battery-aware scheduling</a:t>
            </a:r>
          </a:p>
          <a:p>
            <a:pPr lvl="1"/>
            <a:r>
              <a:t>• Zero-copy data transfer with sub-100ms latency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</a:t>
            </a:r>
          </a:p>
          <a:p>
            <a:pPr lvl="1"/>
            <a:r>
              <a:t>• iPhone 17 Pro: Excellent camera, limited RAM for large RAW processing</a:t>
            </a:r>
          </a:p>
          <a:p>
            <a:pPr lvl="1"/>
            <a:r>
              <a:t>• Samsung S25: Powerful GPU/NPU, abundant RAM, underutilized compute</a:t>
            </a:r>
          </a:p>
          <a:p>
            <a:pPr/>
            <a:r>
              <a:t>Solution</a:t>
            </a:r>
          </a:p>
          <a:p>
            <a:pPr lvl="1"/>
            <a:r>
              <a:t>• Distributed system: iPhone orchestrates, Samsung computes</a:t>
            </a:r>
          </a:p>
          <a:p>
            <a:pPr lvl="1"/>
            <a:r>
              <a:t>• Leverage strengths of both devices</a:t>
            </a:r>
          </a:p>
          <a:p>
            <a:pPr lvl="1"/>
            <a:r>
              <a:t>• Production-ready with full crash recovery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iPhone 17 Pro (iOS)</a:t>
            </a:r>
          </a:p>
          <a:p>
            <a:pPr lvl="1"/>
            <a:r>
              <a:t>• RAW Capture Pipeline</a:t>
            </a:r>
          </a:p>
          <a:p>
            <a:pPr lvl="1"/>
            <a:r>
              <a:t>• Task Orchestrator &amp; Scheduler</a:t>
            </a:r>
          </a:p>
          <a:p>
            <a:pPr lvl="1"/>
            <a:r>
              <a:t>• QUIC Client + WebRTC Fallback</a:t>
            </a:r>
          </a:p>
          <a:p>
            <a:pPr/>
            <a:r>
              <a:t>Samsung S25 (Android)</a:t>
            </a:r>
          </a:p>
          <a:p>
            <a:pPr lvl="1"/>
            <a:r>
              <a:t>• QUIC Server + WebRTC Server</a:t>
            </a:r>
          </a:p>
          <a:p>
            <a:pPr lvl="1"/>
            <a:r>
              <a:t>• RAM Object Store (12GB+, LRU, TTL)</a:t>
            </a:r>
          </a:p>
          <a:p>
            <a:pPr lvl="1"/>
            <a:r>
              <a:t>• ML Inference Engine (ONNX Runtime + NNAPI)</a:t>
            </a:r>
          </a:p>
          <a:p>
            <a:pPr lvl="1"/>
            <a:r>
              <a:t>• Job Ledger (SQLite + Rust, crash recovery)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 Comparison: QUIC vs WebRTC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QUIC (Primary)</a:t>
            </a:r>
          </a:p>
          <a:p>
            <a:pPr lvl="1"/>
            <a:r>
              <a:t>• Built on UDP, multiplexed streams</a:t>
            </a:r>
          </a:p>
          <a:p>
            <a:pPr lvl="1"/>
            <a:r>
              <a:t>• 500+ MB/s throughput</a:t>
            </a:r>
          </a:p>
          <a:p>
            <a:pPr lvl="1"/>
            <a:r>
              <a:t>• Connection migration support</a:t>
            </a:r>
          </a:p>
          <a:p>
            <a:pPr lvl="1"/>
            <a:r>
              <a:t>• mTLS for security</a:t>
            </a:r>
          </a:p>
          <a:p>
            <a:pPr/>
            <a:r>
              <a:t>WebRTC (Fallback)</a:t>
            </a:r>
          </a:p>
          <a:p>
            <a:pPr lvl="1"/>
            <a:r>
              <a:t>• DataChannel for large blobs</a:t>
            </a:r>
          </a:p>
          <a:p>
            <a:pPr lvl="1"/>
            <a:r>
              <a:t>• 200+ MB/s throughput</a:t>
            </a:r>
          </a:p>
          <a:p>
            <a:pPr lvl="1"/>
            <a:r>
              <a:t>• Custom framing protocol</a:t>
            </a:r>
          </a:p>
          <a:p>
            <a:pPr lvl="1"/>
            <a:r>
              <a:t>• Used when QUIC fails or for &gt;10MB transfers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Inference Pipeline on Samsung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Processing Flow</a:t>
            </a:r>
          </a:p>
          <a:p>
            <a:pPr lvl="1"/>
            <a:r>
              <a:t>1. Receive chunks → Reassemble in RAM</a:t>
            </a:r>
          </a:p>
          <a:p>
            <a:pPr lvl="1"/>
            <a:r>
              <a:t>2. Preprocess image (normalization, resize)</a:t>
            </a:r>
          </a:p>
          <a:p>
            <a:pPr lvl="1"/>
            <a:r>
              <a:t>3. Load ONNX model (cached in memory)</a:t>
            </a:r>
          </a:p>
          <a:p>
            <a:pPr lvl="1"/>
            <a:r>
              <a:t>4. Run inference via NNAPI delegate</a:t>
            </a:r>
          </a:p>
          <a:p>
            <a:pPr lvl="1"/>
            <a:r>
              <a:t>5. Qualcomm GPU acceleration</a:t>
            </a:r>
          </a:p>
          <a:p>
            <a:pPr lvl="1"/>
            <a:r>
              <a:t>6. Post-process results</a:t>
            </a:r>
          </a:p>
          <a:p>
            <a:pPr lvl="1"/>
            <a:r>
              <a:t>7. Serialize and return to iPhone</a:t>
            </a:r>
          </a:p>
          <a:p>
            <a:pPr/>
            <a:r>
              <a:t>Performance: &lt;100ms per image (typical model)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RAM Object Store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Features</a:t>
            </a:r>
          </a:p>
          <a:p>
            <a:pPr lvl="1"/>
            <a:r>
              <a:t>• 12GB+ capacity with LRU eviction</a:t>
            </a:r>
          </a:p>
          <a:p>
            <a:pPr lvl="1"/>
            <a:r>
              <a:t>• TTL-based expiration (default 5 minutes)</a:t>
            </a:r>
          </a:p>
          <a:p>
            <a:pPr lvl="1"/>
            <a:r>
              <a:t>• Variable chunk size (64KB default, up to 1MB)</a:t>
            </a:r>
          </a:p>
          <a:p>
            <a:pPr lvl="1"/>
            <a:r>
              <a:t>• Thread-safe with RwLock</a:t>
            </a:r>
          </a:p>
          <a:p>
            <a:pPr lvl="1"/>
            <a:r>
              <a:t>• Snapshot &amp; journaling for crash recovery</a:t>
            </a:r>
          </a:p>
          <a:p>
            <a:pPr lvl="1"/>
            <a:r>
              <a:t>• Write-Ahead Log (WAL) for durability</a:t>
            </a:r>
          </a:p>
          <a:p>
            <a:pPr lvl="1"/>
            <a:r>
              <a:t>• Periodic snapshots every 30 seconds</a:t>
            </a:r>
          </a:p>
          <a:p>
            <a:pPr lvl="1"/>
            <a:r>
              <a:t>• Recovery on boot: Load snapshot + replay WAL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 Throughput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Targets</a:t>
            </a:r>
          </a:p>
          <a:p>
            <a:pPr lvl="1"/>
            <a:r>
              <a:t>• Local WiFi: 500+ MB/s</a:t>
            </a:r>
          </a:p>
          <a:p>
            <a:pPr lvl="1"/>
            <a:r>
              <a:t>• 5G Cellular: 200+ MB/s</a:t>
            </a:r>
          </a:p>
          <a:p>
            <a:pPr lvl="1"/>
            <a:r>
              <a:t>• Latency: &lt;10ms (local), &lt;50ms (cellular)</a:t>
            </a:r>
          </a:p>
          <a:p>
            <a:pPr lvl="1"/>
            <a:r>
              <a:t>• Stream multiplexing: Up to 100 concurrent streams</a:t>
            </a:r>
          </a:p>
          <a:p>
            <a:pPr lvl="1"/>
            <a:r>
              <a:t>• Zero-copy where possible (JNI overhead on Android)</a:t>
            </a:r>
          </a:p>
          <a:p>
            <a:pPr lvl="1"/>
            <a:r>
              <a:t>• Chunked streaming: 64KB default chunks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&amp; Performance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Battery Guard (Samsung)</a:t>
            </a:r>
          </a:p>
          <a:p>
            <a:pPr lvl="1"/>
            <a:r>
              <a:t>• Stop accepting jobs below 15% battery</a:t>
            </a:r>
          </a:p>
          <a:p>
            <a:pPr lvl="1"/>
            <a:r>
              <a:t>• Pause inference at 12%</a:t>
            </a:r>
          </a:p>
          <a:p>
            <a:pPr lvl="1"/>
            <a:r>
              <a:t>• Emergency shutdown at 10% (dump RAM to disk)</a:t>
            </a:r>
          </a:p>
          <a:p>
            <a:pPr/>
            <a:r>
              <a:t>Performance Optimizations</a:t>
            </a:r>
          </a:p>
          <a:p>
            <a:pPr lvl="1"/>
            <a:r>
              <a:t>• Thermal throttling detection and mitigation</a:t>
            </a:r>
          </a:p>
          <a:p>
            <a:pPr lvl="1"/>
            <a:r>
              <a:t>• Batch inference when possible</a:t>
            </a:r>
          </a:p>
          <a:p>
            <a:pPr lvl="1"/>
            <a:r>
              <a:t>• Model quantization (INT8) for speed</a:t>
            </a:r>
          </a:p>
          <a:p>
            <a:pPr lvl="1"/>
            <a:r>
              <a:t>• GPU acceleration via NNAPI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Roadmap (Milestones 1-6)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Milestone 1: Core Infrastructure</a:t>
            </a:r>
          </a:p>
          <a:p>
            <a:pPr lvl="1"/>
            <a:r>
              <a:t>• QUIC server/client setup</a:t>
            </a:r>
          </a:p>
          <a:p>
            <a:pPr lvl="1"/>
            <a:r>
              <a:t>• Basic pairing via QR</a:t>
            </a:r>
          </a:p>
          <a:p>
            <a:pPr/>
            <a:r>
              <a:t>Milestone 2: RAM Store &amp; Ledger</a:t>
            </a:r>
          </a:p>
          <a:p>
            <a:pPr lvl="1"/>
            <a:r>
              <a:t>• RAM object store implementation</a:t>
            </a:r>
          </a:p>
          <a:p>
            <a:pPr lvl="1"/>
            <a:r>
              <a:t>• Job ledger with SQLite</a:t>
            </a:r>
          </a:p>
          <a:p>
            <a:pPr/>
            <a:r>
              <a:t>Milestone 3: ML Integration</a:t>
            </a:r>
          </a:p>
          <a:p>
            <a:pPr lvl="1"/>
            <a:r>
              <a:t>• ONNX Runtime integration</a:t>
            </a:r>
          </a:p>
          <a:p>
            <a:pPr lvl="1"/>
            <a:r>
              <a:t>• NNAPI delegate configuration</a:t>
            </a:r>
          </a:p>
          <a:p>
            <a:pPr/>
            <a:r>
              <a:t>Milestone 4: Crash Recovery</a:t>
            </a:r>
          </a:p>
          <a:p>
            <a:pPr lvl="1"/>
            <a:r>
              <a:t>• Snapshot/restore mechanism</a:t>
            </a:r>
          </a:p>
          <a:p>
            <a:pPr lvl="1"/>
            <a:r>
              <a:t>• Job resumption logic</a:t>
            </a:r>
          </a:p>
          <a:p>
            <a:pPr/>
            <a:r>
              <a:t>Milestone 5: Battery &amp; Thermal</a:t>
            </a:r>
          </a:p>
          <a:p>
            <a:pPr lvl="1"/>
            <a:r>
              <a:t>• Battery monitoring and guards</a:t>
            </a:r>
          </a:p>
          <a:p>
            <a:pPr lvl="1"/>
            <a:r>
              <a:t>• Thermal throttling detection</a:t>
            </a:r>
          </a:p>
          <a:p>
            <a:pPr/>
            <a:r>
              <a:t>Milestone 6: Production Polish</a:t>
            </a:r>
          </a:p>
          <a:p>
            <a:pPr lvl="1"/>
            <a:r>
              <a:t>• Comprehensive testing</a:t>
            </a:r>
          </a:p>
          <a:p>
            <a:pPr lvl="1"/>
            <a:r>
              <a:t>• Performance optimization</a:t>
            </a:r>
          </a:p>
          <a:p>
            <a:pPr lvl="1"/>
            <a:r>
              <a:t>• Documentation and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Risk: Network Instability</a:t>
            </a:r>
          </a:p>
          <a:p>
            <a:pPr lvl="1"/>
            <a:r>
              <a:t>Mitigation: WebRTC fallback, exponential backoff, connection migration</a:t>
            </a:r>
          </a:p>
          <a:p>
            <a:pPr/>
            <a:r>
              <a:t>Risk: Device Reboot/Crash</a:t>
            </a:r>
          </a:p>
          <a:p>
            <a:pPr lvl="1"/>
            <a:r>
              <a:t>Mitigation: Job ledger, RAM snapshots, WAL journaling, auto-recovery</a:t>
            </a:r>
          </a:p>
          <a:p>
            <a:pPr/>
            <a:r>
              <a:t>Risk: Battery Depletion</a:t>
            </a:r>
          </a:p>
          <a:p>
            <a:pPr lvl="1"/>
            <a:r>
              <a:t>Mitigation: Battery guards, graceful degradation, emergency checkpoints</a:t>
            </a:r>
          </a:p>
          <a:p>
            <a:pPr/>
            <a:r>
              <a:t>Risk: Thermal Throttling</a:t>
            </a:r>
          </a:p>
          <a:p>
            <a:pPr lvl="1"/>
            <a:r>
              <a:t>Mitigation: Temperature monitoring, adaptive batch sizing, task pausing</a:t>
            </a:r>
          </a:p>
          <a:p>
            <a:pPr/>
            <a:r>
              <a:t>Risk: iOS Sandbox Limitations</a:t>
            </a:r>
          </a:p>
          <a:p>
            <a:pPr lvl="1"/>
            <a:r>
              <a:t>Mitigation: App Group containers, Core Data, scoped storage APIs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Hydra delivers:</a:t>
            </a:r>
          </a:p>
          <a:p>
            <a:pPr lvl="1"/>
            <a:r>
              <a:t>✓ Production-ready distributed edge computing system</a:t>
            </a:r>
          </a:p>
          <a:p>
            <a:pPr lvl="1"/>
            <a:r>
              <a:t>✓ High-performance networking (500+ MB/s QUIC)</a:t>
            </a:r>
          </a:p>
          <a:p>
            <a:pPr lvl="1"/>
            <a:r>
              <a:t>✓ Robust crash recovery and job persistence</a:t>
            </a:r>
          </a:p>
          <a:p>
            <a:pPr lvl="1"/>
            <a:r>
              <a:t>✓ Battery-aware scheduling and thermal management</a:t>
            </a:r>
          </a:p>
          <a:p>
            <a:pPr lvl="1"/>
            <a:r>
              <a:t>✓ ML inference acceleration via ONNX Runtime + NNAPI</a:t>
            </a:r>
          </a:p>
          <a:p>
            <a:pPr lvl="1"/>
            <a:r>
              <a:t>✓ Complete codebase, documentation, and deployment guides</a:t>
            </a:r>
          </a:p>
          <a:p>
            <a:pPr/>
            <a:r>
              <a:t>Ready for deployment and extension to multi-node mesh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